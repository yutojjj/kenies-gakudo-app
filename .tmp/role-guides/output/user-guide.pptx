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2f0575fd924c31" /><Relationship Type="http://schemas.openxmlformats.org/officeDocument/2006/relationships/extended-properties" Target="/docProps/app.xml" Id="Rf692b4090967460d" /><Relationship Type="http://schemas.openxmlformats.org/officeDocument/2006/relationships/officeDocument" Target="/ppt/presentation.xml" Id="R4936672edf0f48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f3368da17a483c"/>
  </p:sldMasterIdLst>
  <p:notesMasterIdLst>
    <p:notesMasterId xmlns:r="http://schemas.openxmlformats.org/officeDocument/2006/relationships" r:id="R3414ab9f72a347c4"/>
  </p:notesMasterIdLst>
  <p:sldIdLst>
    <p:sldId xmlns:r="http://schemas.openxmlformats.org/officeDocument/2006/relationships" id="256" r:id="R8ffdaaa49dc94628"/>
    <p:sldId xmlns:r="http://schemas.openxmlformats.org/officeDocument/2006/relationships" id="257" r:id="R4af4a490b7fd4259"/>
    <p:sldId xmlns:r="http://schemas.openxmlformats.org/officeDocument/2006/relationships" id="258" r:id="R89af8bfa2d644974"/>
    <p:sldId xmlns:r="http://schemas.openxmlformats.org/officeDocument/2006/relationships" id="259" r:id="R8c42246f6e1947b2"/>
    <p:sldId xmlns:r="http://schemas.openxmlformats.org/officeDocument/2006/relationships" id="260" r:id="Rd743404bdcfd450f"/>
    <p:sldId xmlns:r="http://schemas.openxmlformats.org/officeDocument/2006/relationships" id="261" r:id="Rc7af0493a0cd426b"/>
    <p:sldId xmlns:r="http://schemas.openxmlformats.org/officeDocument/2006/relationships" id="262" r:id="R595a67937005484f"/>
    <p:sldId xmlns:r="http://schemas.openxmlformats.org/officeDocument/2006/relationships" id="263" r:id="Ra076d33694964251"/>
    <p:sldId xmlns:r="http://schemas.openxmlformats.org/officeDocument/2006/relationships" id="264" r:id="R460a1aaca20c4fc2"/>
    <p:sldId xmlns:r="http://schemas.openxmlformats.org/officeDocument/2006/relationships" id="265" r:id="Raa32f0cdc5894d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d9d768a2684c2a" /><Relationship Type="http://schemas.openxmlformats.org/officeDocument/2006/relationships/slideMaster" Target="/ppt/slideMasters/slideMaster1.xml" Id="Rddf3368da17a483c" /><Relationship Type="http://schemas.openxmlformats.org/officeDocument/2006/relationships/notesMaster" Target="/ppt/notesMasters/notesMaster1.xml" Id="R3414ab9f72a347c4" /><Relationship Type="http://schemas.openxmlformats.org/officeDocument/2006/relationships/presProps" Target="/ppt/presProps.xml" Id="Rec2ecec662a84278" /><Relationship Type="http://schemas.openxmlformats.org/officeDocument/2006/relationships/tableStyles" Target="/ppt/tableStyles.xml" Id="Ra1d7d928df114738" /><Relationship Type="http://schemas.openxmlformats.org/officeDocument/2006/relationships/slide" Target="/ppt/slides/slide1.xml" Id="R8ffdaaa49dc94628" /><Relationship Type="http://schemas.openxmlformats.org/officeDocument/2006/relationships/slide" Target="/ppt/slides/slide2.xml" Id="R4af4a490b7fd4259" /><Relationship Type="http://schemas.openxmlformats.org/officeDocument/2006/relationships/slide" Target="/ppt/slides/slide3.xml" Id="R89af8bfa2d644974" /><Relationship Type="http://schemas.openxmlformats.org/officeDocument/2006/relationships/slide" Target="/ppt/slides/slide4.xml" Id="R8c42246f6e1947b2" /><Relationship Type="http://schemas.openxmlformats.org/officeDocument/2006/relationships/slide" Target="/ppt/slides/slide5.xml" Id="Rd743404bdcfd450f" /><Relationship Type="http://schemas.openxmlformats.org/officeDocument/2006/relationships/slide" Target="/ppt/slides/slide6.xml" Id="Rc7af0493a0cd426b" /><Relationship Type="http://schemas.openxmlformats.org/officeDocument/2006/relationships/slide" Target="/ppt/slides/slide7.xml" Id="R595a67937005484f" /><Relationship Type="http://schemas.openxmlformats.org/officeDocument/2006/relationships/slide" Target="/ppt/slides/slide8.xml" Id="Ra076d33694964251" /><Relationship Type="http://schemas.openxmlformats.org/officeDocument/2006/relationships/slide" Target="/ppt/slides/slide9.xml" Id="R460a1aaca20c4fc2" /><Relationship Type="http://schemas.openxmlformats.org/officeDocument/2006/relationships/slide" Target="/ppt/slides/slide10.xml" Id="Raa32f0cdc5894d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83deff401b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e546828d21443e" /><Relationship Type="http://schemas.openxmlformats.org/officeDocument/2006/relationships/notesMaster" Target="/ppt/notesMasters/notesMaster1.xml" Id="R9a5ca38136f6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637d0f866f4849" /><Relationship Type="http://schemas.openxmlformats.org/officeDocument/2006/relationships/notesMaster" Target="/ppt/notesMasters/notesMaster1.xml" Id="R704ea3265d9241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c792e9ff63454d" /><Relationship Type="http://schemas.openxmlformats.org/officeDocument/2006/relationships/notesMaster" Target="/ppt/notesMasters/notesMaster1.xml" Id="R0639f7fc895347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d28b0652924c59" /><Relationship Type="http://schemas.openxmlformats.org/officeDocument/2006/relationships/notesMaster" Target="/ppt/notesMasters/notesMaster1.xml" Id="R1b139d122bf542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e1e13e6ef648c3" /><Relationship Type="http://schemas.openxmlformats.org/officeDocument/2006/relationships/notesMaster" Target="/ppt/notesMasters/notesMaster1.xml" Id="Rcd864dcd648443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16ef604ef462c" /><Relationship Type="http://schemas.openxmlformats.org/officeDocument/2006/relationships/notesMaster" Target="/ppt/notesMasters/notesMaster1.xml" Id="R5946a82085064f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05c9c2ed94013" /><Relationship Type="http://schemas.openxmlformats.org/officeDocument/2006/relationships/notesMaster" Target="/ppt/notesMasters/notesMaster1.xml" Id="R6b63da18142b49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4d24b737544d14" /><Relationship Type="http://schemas.openxmlformats.org/officeDocument/2006/relationships/notesMaster" Target="/ppt/notesMasters/notesMaster1.xml" Id="Re8c3123054d34d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ebffb681824643" /><Relationship Type="http://schemas.openxmlformats.org/officeDocument/2006/relationships/notesMaster" Target="/ppt/notesMasters/notesMaster1.xml" Id="Ra5601d6f397b44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22bab76c294e31" /><Relationship Type="http://schemas.openxmlformats.org/officeDocument/2006/relationships/notesMaster" Target="/ppt/notesMasters/notesMaster1.xml" Id="Rba43929056f1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f38dc2fb448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03fd1f7e4429e" /><Relationship Type="http://schemas.openxmlformats.org/officeDocument/2006/relationships/slideLayout" Target="/ppt/slideLayouts/slideLayout1.xml" Id="R0243031ab915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43031ab915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bcafa324847cc" /><Relationship Type="http://schemas.openxmlformats.org/officeDocument/2006/relationships/image" Target="/ppt/media/image.png" Id="R8917b62cfe184009" /><Relationship Type="http://schemas.openxmlformats.org/officeDocument/2006/relationships/image" Target="/ppt/media/image2.png" Id="R450cac76d8e848a0" /><Relationship Type="http://schemas.openxmlformats.org/officeDocument/2006/relationships/notesSlide" Target="/ppt/notesSlides/notesSlide1.xml" Id="R4ea0e5324a3941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76b5b61234a7d" /><Relationship Type="http://schemas.openxmlformats.org/officeDocument/2006/relationships/notesSlide" Target="/ppt/notesSlides/notesSlide2.xml" Id="R128a31dc4786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bd3ecb20844da" /><Relationship Type="http://schemas.openxmlformats.org/officeDocument/2006/relationships/image" Target="/ppt/media/image3.png" Id="R045356b282814dc3" /><Relationship Type="http://schemas.openxmlformats.org/officeDocument/2006/relationships/notesSlide" Target="/ppt/notesSlides/notesSlide3.xml" Id="Rac4fcc0039a542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2ee630318492a" /><Relationship Type="http://schemas.openxmlformats.org/officeDocument/2006/relationships/image" Target="/ppt/media/image4.png" Id="R8b432ca7dcdc413a" /><Relationship Type="http://schemas.openxmlformats.org/officeDocument/2006/relationships/notesSlide" Target="/ppt/notesSlides/notesSlide4.xml" Id="Rc3b1b2b3cbeb49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6c17f1c12423d" /><Relationship Type="http://schemas.openxmlformats.org/officeDocument/2006/relationships/image" Target="/ppt/media/image5.png" Id="R0eec67ee962c4b90" /><Relationship Type="http://schemas.openxmlformats.org/officeDocument/2006/relationships/notesSlide" Target="/ppt/notesSlides/notesSlide5.xml" Id="Racc2200da07e43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7a0d7be1646e4" /><Relationship Type="http://schemas.openxmlformats.org/officeDocument/2006/relationships/image" Target="/ppt/media/image6.png" Id="R6609ec2aefb14858" /><Relationship Type="http://schemas.openxmlformats.org/officeDocument/2006/relationships/notesSlide" Target="/ppt/notesSlides/notesSlide6.xml" Id="Rb1ffa80904594c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65821b3c7443a" /><Relationship Type="http://schemas.openxmlformats.org/officeDocument/2006/relationships/image" Target="/ppt/media/image7.png" Id="R0b52f659ff75431f" /><Relationship Type="http://schemas.openxmlformats.org/officeDocument/2006/relationships/notesSlide" Target="/ppt/notesSlides/notesSlide7.xml" Id="R7519de88bdb548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45293e2504c27" /><Relationship Type="http://schemas.openxmlformats.org/officeDocument/2006/relationships/image" Target="/ppt/media/image8.png" Id="R798735659a254ee6" /><Relationship Type="http://schemas.openxmlformats.org/officeDocument/2006/relationships/notesSlide" Target="/ppt/notesSlides/notesSlide8.xml" Id="R4a6c848dbace48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c664458ab48cb" /><Relationship Type="http://schemas.openxmlformats.org/officeDocument/2006/relationships/image" Target="/ppt/media/image9.png" Id="R2c4a430e547744fe" /><Relationship Type="http://schemas.openxmlformats.org/officeDocument/2006/relationships/notesSlide" Target="/ppt/notesSlides/notesSlide9.xml" Id="R852f8ee3880b47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407b13cb542c7" /><Relationship Type="http://schemas.openxmlformats.org/officeDocument/2006/relationships/notesSlide" Target="/ppt/notesSlides/notesSlide10.xml" Id="R779ded3ac9b441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C10DC-FE15-442F-B462-E820255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7b62cfe184009"/>
          <a:stretch xmlns:a="http://schemas.openxmlformats.org/drawingml/2006/main"/>
        </p:blipFill>
        <p:spPr>
          <a:xfrm xmlns:a="http://schemas.openxmlformats.org/drawingml/2006/main">
            <a:off x="800100" y="805528"/>
            <a:ext cx="1009650" cy="998794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71C7F-302A-40EC-A8A7-A68DDC6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276"/>
                </a:solidFill>
              </a:defRPr>
            </a:pPr>
            <a:r>
              <a:rPr sz="2175" b="1">
                <a:solidFill>
                  <a:srgbClr val="657276"/>
                </a:solidFill>
              </a:rPr>
              <a:t>ケーニーズ学童クラブ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B807C-1579-4C26-8B33-89282CE5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53033"/>
                </a:solidFill>
              </a:defRPr>
            </a:pPr>
            <a:r>
              <a:rPr sz="5400" b="1">
                <a:solidFill>
                  <a:srgbClr val="253033"/>
                </a:solidFill>
              </a:rPr>
              <a:t>利用者用</a:t>
            </a:r>
          </a:p>
          <a:p xmlns:a="http://schemas.openxmlformats.org/drawingml/2006/main">
            <a:pPr algn="l">
              <a:defRPr sz="5400" b="1">
                <a:solidFill>
                  <a:srgbClr val="253033"/>
                </a:solidFill>
              </a:defRPr>
            </a:pPr>
            <a:r>
              <a:rPr sz="5400" b="1">
                <a:solidFill>
                  <a:srgbClr val="253033"/>
                </a:solidFill>
              </a:rPr>
              <a:t>かんたんガイド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7744D-0E0B-4C05-809A-F54A852F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5A5E"/>
                </a:solidFill>
              </a:defRPr>
            </a:pPr>
            <a:r>
              <a:rPr sz="1800" b="0">
                <a:solidFill>
                  <a:srgbClr val="4C5A5E"/>
                </a:solidFill>
              </a:rPr>
              <a:t>お子さまの予定と、学童からの連絡をいつでも確認する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6FD8A-832F-45D1-B959-0B93D068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3638550" cy="52768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cac76d8e848a0"/>
          <a:stretch xmlns:a="http://schemas.openxmlformats.org/drawingml/2006/main"/>
        </p:blipFill>
        <p:spPr>
          <a:xfrm xmlns:a="http://schemas.openxmlformats.org/drawingml/2006/main">
            <a:off x="8230575" y="1047750"/>
            <a:ext cx="2226900" cy="457200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98058-E62E-4220-8CC2-D5A7D69A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53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276"/>
                </a:solidFill>
              </a:defRPr>
            </a:pPr>
            <a:r>
              <a:rPr sz="1125" b="0">
                <a:solidFill>
                  <a:srgbClr val="657276"/>
                </a:solidFill>
              </a:rPr>
              <a:t>毎日の画面を見ながら、必要な操作だけ確認できます。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082695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60404-46ED-4BAD-82CF-17AD46AA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2B4CA-6915-4CD5-99C9-DDBD119D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3F4EE-7E3E-4A1E-A80A-1FFE476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7B6C7-0160-4556-B292-159E6D4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この手順書でできること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E73B-0A89-476B-BFC8-0EF08E5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必要な操作を探しやすい順に並べています。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0A28E-0982-47BC-9AA4-B65C0303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63D2"/>
                </a:solidFill>
              </a:defRPr>
            </a:pPr>
            <a:r>
              <a:rPr sz="2100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F4094-8858-4DE6-BE13-7F5C8B5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ホームの確認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F8A9A-4B46-4F50-BBEE-0B14115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今日の予定とお知らせを見る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E1F38-D4E2-4C00-A9BB-AA0D8BC7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63D2"/>
                </a:solidFill>
              </a:defRPr>
            </a:pPr>
            <a:r>
              <a:rPr sz="2100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20471-D062-4926-A9BA-A72BA26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予定変更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9FD47-D170-4DD2-BFD6-6AB586D0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利用・送迎の予定を変更する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97C54-991B-47FF-974F-A646FBAC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63D2"/>
                </a:solidFill>
              </a:defRPr>
            </a:pPr>
            <a:r>
              <a:rPr sz="2100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E0560-902D-439F-9AC4-13A3B16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メッセージ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C1850-64F3-43FF-831A-CBD7AA0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学童へ連絡を送る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177B9-C537-4754-8D92-DD8DCE4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09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63D2"/>
                </a:solidFill>
              </a:defRPr>
            </a:pPr>
            <a:r>
              <a:rPr sz="2100" b="1">
                <a:solidFill>
                  <a:srgbClr val="8A63D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DBAF9-023A-41F9-BB7C-06E6303A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出欠確認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35659-6CE4-42B9-A788-AD0EA2E2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利用予定を確認する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7E1A1-444B-4275-BE57-B1BF8CB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63D2"/>
                </a:solidFill>
              </a:defRPr>
            </a:pPr>
            <a:r>
              <a:rPr sz="2100" b="1">
                <a:solidFill>
                  <a:srgbClr val="8A63D2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6D1B6-5D33-4DF5-B8A7-52E30706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日付の切替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2ED52-B696-4941-BC4A-4F8F39F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確認したい日を選ぶ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95585-9C18-4AF8-988F-2503F9C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63D2"/>
                </a:solidFill>
              </a:defRPr>
            </a:pPr>
            <a:r>
              <a:rPr sz="2100" b="1">
                <a:solidFill>
                  <a:srgbClr val="8A63D2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6D48D-8B3C-4FE8-9802-8E89316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送信後の確認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8CEE9-9FEF-465B-85A5-457C8FCA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673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反映漏れを防ぐチェック項目</a:t>
            </a:r>
          </a:p>
        </p:txBody>
      </p:sp>
    </p:spTree>
    <p:extLst>
      <p:ext uri="{BB962C8B-B14F-4D97-AF65-F5344CB8AC3E}">
        <p14:creationId xmlns:p14="http://schemas.microsoft.com/office/powerpoint/2010/main" val="2068612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CDCB5-2E21-45F3-B4ED-2DFBA745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DB8F4-A6B1-45E1-BE79-2B9E2FB1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53C58-85FC-4EFE-BCA4-61C13A3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3ED5B-199B-4515-A4EB-15794CDB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ホームで、今日の予定と連絡を確認する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151D-E6C8-4C6E-8F2E-65D31308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利用予定の確認と予定変更は、まずホームから始めます。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005B5-2A80-42FD-972B-CD46FEDC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356b282814dc3"/>
          <a:stretch xmlns:a="http://schemas.openxmlformats.org/drawingml/2006/main"/>
        </p:blipFill>
        <p:spPr>
          <a:xfrm xmlns:a="http://schemas.openxmlformats.org/drawingml/2006/main">
            <a:off x="2263842" y="2209800"/>
            <a:ext cx="1739765" cy="357187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177C-B142-49CC-BE74-EC87391E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FCE99-F7FD-46C2-BC67-79932A14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今日の予定を見る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9472E-6CD7-4430-964E-98262E7E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利用予定や送迎に関する情報を確認します。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FDBC0-7E3A-4C53-93CC-52E0A8E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4ACE7-C358-4C13-96DA-382D14BD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B4AB5-FD40-4519-B84F-4ABFA8C7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お知らせを確認する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102C6-D578-4A3A-B14B-75B5F07C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学童から届いた大切な連絡は、内容を最後まで確認します。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508B8-3DFE-4CBD-8F3F-5BEAE7C4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C0385-C48C-4444-A874-75EE2C20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240E7-EA17-4003-ADF9-93AECE2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メッセージを確認する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02CED-B95D-4DF5-8C5E-24993BC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個別のやり取りがある場合は、未読の内容を確認します。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782100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D3380-9276-4050-BDED-0203A7B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4012A-8110-43AD-B025-5DD8E6F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EB746-1B61-442C-96C9-57F3CFAE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60C6D-8776-4328-82CC-A758A2F9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利用予定・送迎を変更する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5679B-FA83-412B-BB60-CFD76A82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予定が変わったときは、分かった時点で変更を入力します。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47113-01D6-47DF-8B71-EE58F88D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32ca7dcdc413a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7CB1B-4522-4C01-A637-13B03CAB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1E905-B104-49C2-A120-9E447297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63D2"/>
                </a:solidFill>
              </a:defRPr>
            </a:pPr>
            <a:r>
              <a:rPr sz="1275" b="1">
                <a:solidFill>
                  <a:srgbClr val="8A63D2"/>
                </a:solidFill>
              </a:rPr>
              <a:t>予定変更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86748-E8DB-4F39-8231-DC62339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7B443-E49B-479A-AE32-55033C2B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対象の日付を選ぶ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A6D3F-7422-481F-91C4-C6D399F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変更したい利用日が表示されているか確認します。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17713-D7FB-4B8F-90F0-CD1F4AF1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E69C6-A309-4F6E-B5F9-82FFB99F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A8013-04AB-45BD-AAAE-FEF0D7C0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利用・送迎の内容を入力する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2D0C6-E4F7-4BC3-BC1D-3A4A6D19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利用の有無、送迎の有無、時刻や送迎先を必要に応じて変更します。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C453A-300F-4182-81F8-B89BC06F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BF226-81DC-4F51-B38F-2EF1E6B7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0578D-6090-42C7-8B5A-F681ECCF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送信後に内容を見直す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0AF55-C7C0-4312-8115-3D0A6885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ホームまたは変更履歴で、入力内容が反映されたか確認します。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32555-7576-4D9B-9B0C-30FD4BDA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8A63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1DD2F-1D42-4D98-9946-E4135B99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送迎だけを変更した日も、利用予定の日付が合っているか確認します。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653276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0E267-38DD-4884-805C-C1B58B15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64628-35D3-4E18-BD5B-191C24F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A4441-B8A8-4284-9E8D-2BB99BA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A88C7-B14D-4EA0-9978-C97E6652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学童へメッセージを送る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5DA5B-91CB-448B-B4D5-F32ED4E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質問や連絡事項がある場合は、内容を短く整理して送ります。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6A0D6-0EDF-48C6-AE2D-9652A9C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c67ee962c4b90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A60D3-AC11-41F7-B2D7-84C34078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E0E96-76F9-4054-ABB1-E089D4A9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63D2"/>
                </a:solidFill>
              </a:defRPr>
            </a:pPr>
            <a:r>
              <a:rPr sz="1275" b="1">
                <a:solidFill>
                  <a:srgbClr val="8A63D2"/>
                </a:solidFill>
              </a:rPr>
              <a:t>メッセージ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728E0-95E7-4CBF-975F-7EB484FB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CB849-2137-46A6-B9FA-2394141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やり取りする相手を開く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28551-B598-4F75-B50B-B968A0E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学童とのメッセージ画面を開きます。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95A90-88E1-4BD1-B666-D7B310E6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FAA79-F0CF-419A-B55F-7ED7BAE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DE102-8A27-48D7-94D0-DCB2AFE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必要な情報を入力する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D7514-AE98-47F7-96FF-A588602E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お子さまの名前、対象日、伝えたい内容の順に入力します。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2A732-049F-4217-9576-D079EF67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A168A-1360-4B3D-B3D9-AA7C33F6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605CF-E564-443F-A28F-703DFBA9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送信後に見直す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16D8C-117E-43F6-A5B6-1ACEA042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送った内容が会話に表示されていることを確認します。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3EA8A-9B43-496C-8731-FE64809B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8A63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47FD7-00B3-4607-B677-5FA2D987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当日の送迎変更は、メッセージだけでなく予定変更にも入力します。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83879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FBD7E-705C-4924-AE19-6805214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4BF0E-6996-46B6-B51D-8ED4214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F79C6-6574-403B-B4A5-5087C0EA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A3035-683F-4445-8635-885F040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利用予定を確認する日を選ぶ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236D4-377D-48CC-AE58-27BD0C4E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日付を切り替えて、確認・入力したい日を表示します。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D1BB5-2D95-4D4F-AA59-B8E0CEB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9ec2aefb14858"/>
          <a:stretch xmlns:a="http://schemas.openxmlformats.org/drawingml/2006/main"/>
        </p:blipFill>
        <p:spPr>
          <a:xfrm xmlns:a="http://schemas.openxmlformats.org/drawingml/2006/main">
            <a:off x="838200" y="3582543"/>
            <a:ext cx="4591050" cy="826389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E33FC-6773-4631-9CC5-78579969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EDD72-B65A-4AE5-ADF7-0D412D72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年・月を選ぶ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B0DE5-1BF5-4CD8-8CD6-60B9BEF8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確認したい利用月を選択します。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69A7E-2EDA-43AA-AF20-663E0BC8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5C787-9C67-4E40-80B8-786EA6A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C628E-AC59-4479-ABEA-988DD519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対象の日を表示する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20FA4-60BD-45D6-8A5A-BBBBC7C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予定変更や出欠確認をしたい日を開きます。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EFA25-E53D-4C82-A8EC-79AB6E5C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0D14E-5BD8-4D4D-800E-0231381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C488E-822F-49D7-B1F9-1191400F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日付を見直す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4690A-4DB4-445B-B6FA-B972A4E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送信前に、画面上部の日付が合っているか確認します。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840647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89BD5-C296-4E0F-9FBD-F843CB8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5EC80-6FE4-406C-B117-511129A1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60D69-B4D0-4E8A-A7D7-A2447F66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E00A-AE0C-4A9E-B411-B79311D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出欠・利用予定を確認する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EAE5A-598B-4AA8-8FD0-E73FB0B5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送った変更が反映されているか、利用予定を定期的に確認します。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35B78-6C4B-4313-A4C0-E3B32016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2f659ff75431f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BDD73-C726-4940-87BF-2FF1408F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0AFAD-B455-4BCD-99B7-A49DA92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63D2"/>
                </a:solidFill>
              </a:defRPr>
            </a:pPr>
            <a:r>
              <a:rPr sz="1275" b="1">
                <a:solidFill>
                  <a:srgbClr val="8A63D2"/>
                </a:solidFill>
              </a:rPr>
              <a:t>出欠確認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212DF-72C8-44FB-827F-00C67E3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482D6-CB73-4FD8-B666-449923F9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確認したい日を選ぶ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72C53-7D4D-46AC-8FFA-558C812D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ホームまたは日付選択から対象日を開きます。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CC119-C40F-4A20-A46F-3324FDC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C0514-28CA-4201-8243-44BAE732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0E6B5-01D0-45AD-A290-86C7291A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利用予定を確認する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AC771-608E-4FF5-9E70-3E4B2BA7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利用の有無、送迎に関する表示を確認します。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7E2A7-2390-4DA9-8EB6-79B04BE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B5A7B-22B6-40A7-A953-CDE503E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D52B8-4ABF-48FC-90EE-A14884D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違いがあれば変更する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3F5D4-9F2D-4EFD-A70B-42914D4C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予定と異なる場合は、予定変更から入力し直します。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45EF2-1632-4A2E-9FE9-330EF037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8A63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D7549-6E1A-4594-B5D9-CEECABC5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予定の反映に不安があるときは、日付を変えてから戻し、表示を確認します。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819749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9C529-5E6F-4DA6-A2DE-5BBFCDC2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B983B-C41A-464B-972C-DFA59461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1B9FD-D8D8-4EEB-A111-94009FBA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F05C2-380C-4AD3-866E-F3B597F1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クイックメニューから目的の機能を開く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1C706-55DC-464C-8029-5F778BE5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ホームからすぐに開きたい機能は、クイックメニューで選択します。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555C7-59CE-45BE-9296-AFD931E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735659a254ee6"/>
          <a:stretch xmlns:a="http://schemas.openxmlformats.org/drawingml/2006/main"/>
        </p:blipFill>
        <p:spPr>
          <a:xfrm xmlns:a="http://schemas.openxmlformats.org/drawingml/2006/main">
            <a:off x="1853242" y="2209800"/>
            <a:ext cx="2560967" cy="357187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948A2-7202-48B5-8282-C0232FBF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BC1AE-02AE-4F8B-A922-552030C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表示したい機能を選ぶ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86769-D001-49FE-8D29-07FCB422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項目を押して選択状態にします。必要に応じて表示内容を見直します。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0137C-4F3E-49A2-A966-3B08618E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4AA8B-4A61-47D4-9BD0-255E0B1A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1DF15-6681-444F-82AA-E7FB8AC7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決定する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09FE3-A137-4DBB-88D4-4371C6B9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画面下部の決定を押すと、ホームのクイックメニューに反映されます。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AE6F1-D78A-47EB-9C68-84D31AFB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C7C8F-99C6-4BFB-B5E6-EDE1A17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3D2"/>
                </a:solidFill>
              </a:defRPr>
            </a:pPr>
            <a:r>
              <a:rPr sz="172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FE71C-304B-402C-AA35-E09216DA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迷ったとき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28A9D-A2A9-4B9A-84B2-E32E5253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まずは「出欠」「送迎」「メッセージ」を優先して表示しておくと便利です。</a:t>
            </a:r>
          </a:p>
        </p:txBody>
      </p:sp>
    </p:spTree>
    <p:extLst>
      <p:ext uri="{BB962C8B-B14F-4D97-AF65-F5344CB8AC3E}">
        <p14:creationId xmlns:p14="http://schemas.microsoft.com/office/powerpoint/2010/main" val="7522310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F95B5-9CD2-4C2D-9714-2DE1CF49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8B818-763C-44B2-B4E3-1D5E65B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FC0F7-95A1-41E8-9F53-C0BF2454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AB4E4-AC34-4E1F-A0AB-89C89981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送迎に関する情報を確認する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564DE-1BDE-47FF-A316-165DD10C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必要な日は、送迎先や時刻が予定どおりか確認します。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0EE52-36A1-4632-9ED7-5D9F8D44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a430e547744fe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62D6A-DD4D-4060-A70C-9F1707D7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E61E0-573F-4B8B-BF3D-CEA63D01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63D2"/>
                </a:solidFill>
              </a:defRPr>
            </a:pPr>
            <a:r>
              <a:rPr sz="1275" b="1">
                <a:solidFill>
                  <a:srgbClr val="8A63D2"/>
                </a:solidFill>
              </a:rPr>
              <a:t>ホーム / 送迎確認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8ABB5-E4F7-453B-9A58-5F555908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7435B-EC35-402E-A278-8121099F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対象の日付を開く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BA148-5CEF-43D4-97B8-DA1FCD9C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確認したい利用日が画面上部に表示されているか見ます。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97462-4085-457A-8C96-12153F3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0A4AD-A0F7-412E-8D9B-B560D5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C9362-5CF5-4B46-901F-63A8051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送迎内容を確認する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6CB48-0357-4BE0-BE9F-71F4E735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送迎の有無、時刻、送迎先を確認します。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61AC3-596F-4726-9614-5E31C03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EB456-92CF-470D-A99A-3C5EF5BF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63D2"/>
                </a:solidFill>
              </a:defRPr>
            </a:pPr>
            <a:r>
              <a:rPr sz="2175" b="1">
                <a:solidFill>
                  <a:srgbClr val="8A63D2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5CEC6-5755-483D-9877-0A043B93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変更があれば予定変更へ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5B5A7-1CB4-4BFB-8FEA-9F1DB774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内容が違う場合は、予定変更から修正します。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132AC-29B1-4113-8297-0DC4C7EF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8A63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14A15-9E7E-4673-A428-A04ADD0D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習い事やお迎え先の変更は、分かった時点で早めに入力します。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494164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697E5-104A-4BF3-9204-E3EC6886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85231-4891-4A50-B055-22041AFB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利用者ガイド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652E8-0ABF-418D-AA42-4E8E4FD8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63D2"/>
                </a:solidFill>
              </a:defRPr>
            </a:pPr>
            <a:r>
              <a:rPr sz="1125" b="1">
                <a:solidFill>
                  <a:srgbClr val="8A63D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46A4F-0518-492B-A951-459670B3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利用者の送信後チェック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E785F-1BC7-4BF3-B15F-2CE6249B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完了後にこの4点を確認すると、見落としを減らせます。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086A6-00CD-4AB9-944D-13F789C5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45A04-EE1C-4725-BB6C-81EA1C61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63D2"/>
                </a:solidFill>
              </a:defRPr>
            </a:pPr>
            <a:r>
              <a:rPr sz="2550" b="1">
                <a:solidFill>
                  <a:srgbClr val="8A63D2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1998E-3D6B-4581-B38A-749F5AE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日付確認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6AC86-1DD5-44AE-9BBB-D49351DE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変更する日が合っている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AE3B8-6F13-47C7-A24D-401B5183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72D2B-69C7-4DBE-B506-58E37254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63D2"/>
                </a:solidFill>
              </a:defRPr>
            </a:pPr>
            <a:r>
              <a:rPr sz="2550" b="1">
                <a:solidFill>
                  <a:srgbClr val="8A63D2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3317D-C352-4611-9021-31B9D734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内容確認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7259D-2658-49AE-B615-80EE040A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利用・送迎の内容が正しい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BD0B3-60BE-42CD-AA9D-15676D8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1AFC4-B848-4BAD-82B1-85BD544F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63D2"/>
                </a:solidFill>
              </a:defRPr>
            </a:pPr>
            <a:r>
              <a:rPr sz="2550" b="1">
                <a:solidFill>
                  <a:srgbClr val="8A63D2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08666-2A9D-4876-856F-02BD063F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送信確認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D8B2B-B997-4EA1-A479-F72B1360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変更・連絡が表示されている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5E72A-4658-4420-BA73-65CF03CD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CB0D2-4BD6-4EE6-AB41-B40E1C62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63D2"/>
                </a:solidFill>
              </a:defRPr>
            </a:pPr>
            <a:r>
              <a:rPr sz="2550" b="1">
                <a:solidFill>
                  <a:srgbClr val="8A63D2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03364-38D8-45BD-8FB7-937043E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再確認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BF39A-BECB-4D15-8A99-78DC7E60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ホームで予定を見直した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D2335-BC35-4A50-8033-40EDFFC7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63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999D6-90C6-46DD-9260-3EB6A678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迷ったら、ホームに戻って「今日の予定」と「お知らせ」をもう一度確認します。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784019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2026-09-03T13:21:22.3100000Z</dcterms:created>
  <dcterms:modified xsi:type="dcterms:W3CDTF">2026-09-03T13:21:22.3100000Z</dcterms:modified>
</coreProperties>
</file>