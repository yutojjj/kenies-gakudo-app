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caec372ea4f4c" /><Relationship Type="http://schemas.openxmlformats.org/officeDocument/2006/relationships/extended-properties" Target="/docProps/app.xml" Id="R96b7d2f7fa104601" /><Relationship Type="http://schemas.openxmlformats.org/officeDocument/2006/relationships/officeDocument" Target="/ppt/presentation.xml" Id="Rf8ad8ad91928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f332d6ea443d5"/>
  </p:sldMasterIdLst>
  <p:notesMasterIdLst>
    <p:notesMasterId xmlns:r="http://schemas.openxmlformats.org/officeDocument/2006/relationships" r:id="R66351443dbf943c9"/>
  </p:notesMasterIdLst>
  <p:sldIdLst>
    <p:sldId xmlns:r="http://schemas.openxmlformats.org/officeDocument/2006/relationships" id="256" r:id="R6963386f475f4eee"/>
    <p:sldId xmlns:r="http://schemas.openxmlformats.org/officeDocument/2006/relationships" id="257" r:id="R2486934f97774d6c"/>
    <p:sldId xmlns:r="http://schemas.openxmlformats.org/officeDocument/2006/relationships" id="258" r:id="R3bf7a4e353f448fa"/>
    <p:sldId xmlns:r="http://schemas.openxmlformats.org/officeDocument/2006/relationships" id="259" r:id="R2801e6b9e3df47b5"/>
    <p:sldId xmlns:r="http://schemas.openxmlformats.org/officeDocument/2006/relationships" id="260" r:id="R1d9d142076394618"/>
    <p:sldId xmlns:r="http://schemas.openxmlformats.org/officeDocument/2006/relationships" id="261" r:id="R48617ed785b04927"/>
    <p:sldId xmlns:r="http://schemas.openxmlformats.org/officeDocument/2006/relationships" id="262" r:id="Rf091c022b6894409"/>
    <p:sldId xmlns:r="http://schemas.openxmlformats.org/officeDocument/2006/relationships" id="263" r:id="Re059ef9aa2994455"/>
    <p:sldId xmlns:r="http://schemas.openxmlformats.org/officeDocument/2006/relationships" id="264" r:id="R57684fdd0cf94543"/>
    <p:sldId xmlns:r="http://schemas.openxmlformats.org/officeDocument/2006/relationships" id="265" r:id="Rb3b082bd53bf45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fa39691de41be" /><Relationship Type="http://schemas.openxmlformats.org/officeDocument/2006/relationships/slideMaster" Target="/ppt/slideMasters/slideMaster1.xml" Id="Rfe7f332d6ea443d5" /><Relationship Type="http://schemas.openxmlformats.org/officeDocument/2006/relationships/notesMaster" Target="/ppt/notesMasters/notesMaster1.xml" Id="R66351443dbf943c9" /><Relationship Type="http://schemas.openxmlformats.org/officeDocument/2006/relationships/presProps" Target="/ppt/presProps.xml" Id="R9cb9285a579345b1" /><Relationship Type="http://schemas.openxmlformats.org/officeDocument/2006/relationships/tableStyles" Target="/ppt/tableStyles.xml" Id="R7c59b2d2238c44d4" /><Relationship Type="http://schemas.openxmlformats.org/officeDocument/2006/relationships/slide" Target="/ppt/slides/slide1.xml" Id="R6963386f475f4eee" /><Relationship Type="http://schemas.openxmlformats.org/officeDocument/2006/relationships/slide" Target="/ppt/slides/slide2.xml" Id="R2486934f97774d6c" /><Relationship Type="http://schemas.openxmlformats.org/officeDocument/2006/relationships/slide" Target="/ppt/slides/slide3.xml" Id="R3bf7a4e353f448fa" /><Relationship Type="http://schemas.openxmlformats.org/officeDocument/2006/relationships/slide" Target="/ppt/slides/slide4.xml" Id="R2801e6b9e3df47b5" /><Relationship Type="http://schemas.openxmlformats.org/officeDocument/2006/relationships/slide" Target="/ppt/slides/slide5.xml" Id="R1d9d142076394618" /><Relationship Type="http://schemas.openxmlformats.org/officeDocument/2006/relationships/slide" Target="/ppt/slides/slide6.xml" Id="R48617ed785b04927" /><Relationship Type="http://schemas.openxmlformats.org/officeDocument/2006/relationships/slide" Target="/ppt/slides/slide7.xml" Id="Rf091c022b6894409" /><Relationship Type="http://schemas.openxmlformats.org/officeDocument/2006/relationships/slide" Target="/ppt/slides/slide8.xml" Id="Re059ef9aa2994455" /><Relationship Type="http://schemas.openxmlformats.org/officeDocument/2006/relationships/slide" Target="/ppt/slides/slide9.xml" Id="R57684fdd0cf94543" /><Relationship Type="http://schemas.openxmlformats.org/officeDocument/2006/relationships/slide" Target="/ppt/slides/slide10.xml" Id="Rb3b082bd53bf45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140830a5634f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36c40678e4c1b" /><Relationship Type="http://schemas.openxmlformats.org/officeDocument/2006/relationships/notesMaster" Target="/ppt/notesMasters/notesMaster1.xml" Id="R4a50696f5a02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5859272614bce" /><Relationship Type="http://schemas.openxmlformats.org/officeDocument/2006/relationships/notesMaster" Target="/ppt/notesMasters/notesMaster1.xml" Id="Rd8db93288fc4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9d14cdad054fe6" /><Relationship Type="http://schemas.openxmlformats.org/officeDocument/2006/relationships/notesMaster" Target="/ppt/notesMasters/notesMaster1.xml" Id="R091c3b26926943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57d74d18847dd" /><Relationship Type="http://schemas.openxmlformats.org/officeDocument/2006/relationships/notesMaster" Target="/ppt/notesMasters/notesMaster1.xml" Id="Rb4b713f56bd347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af8e700d9c4193" /><Relationship Type="http://schemas.openxmlformats.org/officeDocument/2006/relationships/notesMaster" Target="/ppt/notesMasters/notesMaster1.xml" Id="R73e0fe98e0cb41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6c9d11cf7244f0" /><Relationship Type="http://schemas.openxmlformats.org/officeDocument/2006/relationships/notesMaster" Target="/ppt/notesMasters/notesMaster1.xml" Id="R33494265ce1047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5c7d43b40d4243" /><Relationship Type="http://schemas.openxmlformats.org/officeDocument/2006/relationships/notesMaster" Target="/ppt/notesMasters/notesMaster1.xml" Id="R93ae699adaec41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885ec416d642dc" /><Relationship Type="http://schemas.openxmlformats.org/officeDocument/2006/relationships/notesMaster" Target="/ppt/notesMasters/notesMaster1.xml" Id="Re90b782c1f59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05520faf84578" /><Relationship Type="http://schemas.openxmlformats.org/officeDocument/2006/relationships/notesMaster" Target="/ppt/notesMasters/notesMaster1.xml" Id="R74bff55b49a249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69c79b9ebc434f" /><Relationship Type="http://schemas.openxmlformats.org/officeDocument/2006/relationships/notesMaster" Target="/ppt/notesMasters/notesMaster1.xml" Id="Rb06bd4bfb864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9c0525fa644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0c7ae0a7e4eca" /><Relationship Type="http://schemas.openxmlformats.org/officeDocument/2006/relationships/slideLayout" Target="/ppt/slideLayouts/slideLayout1.xml" Id="R5325d8a44f574a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25d8a44f574a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7b43a0b9a4e50" /><Relationship Type="http://schemas.openxmlformats.org/officeDocument/2006/relationships/image" Target="/ppt/media/image.png" Id="Re8a955aa266a491e" /><Relationship Type="http://schemas.openxmlformats.org/officeDocument/2006/relationships/image" Target="/ppt/media/image2.png" Id="R8acfd106e15348e0" /><Relationship Type="http://schemas.openxmlformats.org/officeDocument/2006/relationships/notesSlide" Target="/ppt/notesSlides/notesSlide1.xml" Id="Rd01fd3a22328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a851c09bc48db" /><Relationship Type="http://schemas.openxmlformats.org/officeDocument/2006/relationships/notesSlide" Target="/ppt/notesSlides/notesSlide2.xml" Id="R238ae133fd7a4d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914c636794051" /><Relationship Type="http://schemas.openxmlformats.org/officeDocument/2006/relationships/image" Target="/ppt/media/image3.png" Id="R46a339af3f7c46d3" /><Relationship Type="http://schemas.openxmlformats.org/officeDocument/2006/relationships/notesSlide" Target="/ppt/notesSlides/notesSlide3.xml" Id="Ra9149aa488964d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75bd958c14383" /><Relationship Type="http://schemas.openxmlformats.org/officeDocument/2006/relationships/image" Target="/ppt/media/image4.png" Id="R1c7f6d4437bb457b" /><Relationship Type="http://schemas.openxmlformats.org/officeDocument/2006/relationships/notesSlide" Target="/ppt/notesSlides/notesSlide4.xml" Id="Rba1914c745e140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c1fc95f7647cc" /><Relationship Type="http://schemas.openxmlformats.org/officeDocument/2006/relationships/image" Target="/ppt/media/image5.png" Id="Ra670777a43fb432a" /><Relationship Type="http://schemas.openxmlformats.org/officeDocument/2006/relationships/notesSlide" Target="/ppt/notesSlides/notesSlide5.xml" Id="R7378a85f649a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04f72c79548a6" /><Relationship Type="http://schemas.openxmlformats.org/officeDocument/2006/relationships/image" Target="/ppt/media/image6.png" Id="Rb25af3dac68f45a3" /><Relationship Type="http://schemas.openxmlformats.org/officeDocument/2006/relationships/notesSlide" Target="/ppt/notesSlides/notesSlide6.xml" Id="Re94f7aee670e41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6b0e13224d97" /><Relationship Type="http://schemas.openxmlformats.org/officeDocument/2006/relationships/image" Target="/ppt/media/image7.png" Id="Rdc5762f11cbe4c67" /><Relationship Type="http://schemas.openxmlformats.org/officeDocument/2006/relationships/notesSlide" Target="/ppt/notesSlides/notesSlide7.xml" Id="Ra1d81823dbd644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1d081703e4ca8" /><Relationship Type="http://schemas.openxmlformats.org/officeDocument/2006/relationships/image" Target="/ppt/media/image8.png" Id="R661e1011517b43dd" /><Relationship Type="http://schemas.openxmlformats.org/officeDocument/2006/relationships/notesSlide" Target="/ppt/notesSlides/notesSlide8.xml" Id="Rf589b850968742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e27cd9344448b" /><Relationship Type="http://schemas.openxmlformats.org/officeDocument/2006/relationships/image" Target="/ppt/media/image9.png" Id="R5f5f44a69559418f" /><Relationship Type="http://schemas.openxmlformats.org/officeDocument/2006/relationships/notesSlide" Target="/ppt/notesSlides/notesSlide9.xml" Id="R554f699e1abe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6027ffd41416e" /><Relationship Type="http://schemas.openxmlformats.org/officeDocument/2006/relationships/notesSlide" Target="/ppt/notesSlides/notesSlide10.xml" Id="R3a9db0165f9546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23771-C5FE-42AD-A447-833E3837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955aa266a491e"/>
          <a:stretch xmlns:a="http://schemas.openxmlformats.org/drawingml/2006/main"/>
        </p:blipFill>
        <p:spPr>
          <a:xfrm xmlns:a="http://schemas.openxmlformats.org/drawingml/2006/main">
            <a:off x="800100" y="805528"/>
            <a:ext cx="1009650" cy="998794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08551-E50A-4AAB-9204-041212C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276"/>
                </a:solidFill>
              </a:defRPr>
            </a:pPr>
            <a:r>
              <a:rPr sz="2175" b="1">
                <a:solidFill>
                  <a:srgbClr val="657276"/>
                </a:solidFill>
              </a:rPr>
              <a:t>ケーニーズ学童クラブ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2AB34-8774-4678-8A62-7FEE082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53033"/>
                </a:solidFill>
              </a:defRPr>
            </a:pPr>
            <a:r>
              <a:rPr sz="5400" b="1">
                <a:solidFill>
                  <a:srgbClr val="253033"/>
                </a:solidFill>
              </a:rPr>
              <a:t>管理者用</a:t>
            </a:r>
          </a:p>
          <a:p xmlns:a="http://schemas.openxmlformats.org/drawingml/2006/main">
            <a:pPr algn="l">
              <a:defRPr sz="5400" b="1">
                <a:solidFill>
                  <a:srgbClr val="253033"/>
                </a:solidFill>
              </a:defRPr>
            </a:pPr>
            <a:r>
              <a:rPr sz="5400" b="1">
                <a:solidFill>
                  <a:srgbClr val="253033"/>
                </a:solidFill>
              </a:rPr>
              <a:t>かんたんガイド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5CA97-6280-40B4-A6A1-0997D74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5A5E"/>
                </a:solidFill>
              </a:defRPr>
            </a:pPr>
            <a:r>
              <a:rPr sz="1800" b="0">
                <a:solidFill>
                  <a:srgbClr val="4C5A5E"/>
                </a:solidFill>
              </a:rPr>
              <a:t>学童全体の状況を、ひとつの画面から整える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299EB-1DA5-4385-8F5E-D8917DB5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3638550" cy="52768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fd106e15348e0"/>
          <a:stretch xmlns:a="http://schemas.openxmlformats.org/drawingml/2006/main"/>
        </p:blipFill>
        <p:spPr>
          <a:xfrm xmlns:a="http://schemas.openxmlformats.org/drawingml/2006/main">
            <a:off x="8230575" y="1047750"/>
            <a:ext cx="2226900" cy="457200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8F0D9-0E08-4EF3-8D50-522774F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53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276"/>
                </a:solidFill>
              </a:defRPr>
            </a:pPr>
            <a:r>
              <a:rPr sz="1125" b="0">
                <a:solidFill>
                  <a:srgbClr val="657276"/>
                </a:solidFill>
              </a:rPr>
              <a:t>毎日の画面を見ながら、必要な操作だけ確認できます。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108491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7FD1D-30FB-4DAF-9BA6-05968562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E4B81-B5C3-4CF7-A74F-C6D898BE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408E5-E21A-4428-B7B8-9D2E1C51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AA780-6D56-4234-8109-A5D16228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この手順書でできること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9C4F7-165A-441C-9518-CEB9CF99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必要な操作を探しやすい順に並べています。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F965E-CA78-4EE8-9402-5053ACEB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8"/>
                </a:solidFill>
              </a:defRPr>
            </a:pPr>
            <a:r>
              <a:rPr sz="2100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52188-D525-4E2F-BD2E-DAECEB7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ホームの確認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1CB27-9851-4776-905C-63C56171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送迎・予定・連絡を毎朝確認する手順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F7108-DD87-4B8D-BAB3-9BEE8189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8"/>
                </a:solidFill>
              </a:defRPr>
            </a:pPr>
            <a:r>
              <a:rPr sz="2100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281F7-FE38-40C5-96B5-072AF89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出欠と送迎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C3082-2D73-471C-BC4B-23E99D00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当日の状況を確認・調整する手順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FA49F-1394-4CE2-AE11-C0C30DD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8"/>
                </a:solidFill>
              </a:defRPr>
            </a:pPr>
            <a:r>
              <a:rPr sz="2100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46EB4-8DC6-4BED-B79B-CB535F0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シフト作成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4A387-FBD8-432C-82F9-BB7C2D16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勤務予定を作成して共有する手順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61040-2076-4185-9239-B96EC1D9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09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8"/>
                </a:solidFill>
              </a:defRPr>
            </a:pPr>
            <a:r>
              <a:rPr sz="2100" b="1">
                <a:solidFill>
                  <a:srgbClr val="008E9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B632C-CDDE-4083-A18F-2AA12CE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日付の切替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97DD4-01B7-4406-BB3F-0343627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確認したい日を選ぶ手順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589C7-C033-4086-8F05-F56A2DEC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8"/>
                </a:solidFill>
              </a:defRPr>
            </a:pPr>
            <a:r>
              <a:rPr sz="2100" b="1">
                <a:solidFill>
                  <a:srgbClr val="008E98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78630-7D41-4CEF-B73B-7F3BC934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お知らせ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7EB02-3B60-42FA-9F78-7E456844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スタッフ・利用者へ連絡を届ける手順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FDAE3-9454-4529-ACE8-8C904E99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8"/>
                </a:solidFill>
              </a:defRPr>
            </a:pPr>
            <a:r>
              <a:rPr sz="2100" b="1">
                <a:solidFill>
                  <a:srgbClr val="008E98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DB319-AC04-4A0C-99DE-EA7E75F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最後の確認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79DDF-5358-49FD-BBE9-755B6FE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673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対応漏れを防ぐチェック項目</a:t>
            </a:r>
          </a:p>
        </p:txBody>
      </p:sp>
    </p:spTree>
    <p:extLst>
      <p:ext uri="{BB962C8B-B14F-4D97-AF65-F5344CB8AC3E}">
        <p14:creationId xmlns:p14="http://schemas.microsoft.com/office/powerpoint/2010/main" val="1073489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D0598-38AE-40F9-A237-7A9D1F9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48773-7676-4BE4-B75A-3499045F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52F91-A778-441E-9F8D-3A2A7EAD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69219-C097-40F0-9EAC-4F7185DF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ホームで、今日の全体状況を確認する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ADE1B-32D8-44F2-9D1D-7D3D3884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送迎、連絡、予定変更を確認してから当日の対応を始めます。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6A8A4-BE93-46CD-B4FB-67BBF0D3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339af3f7c46d3"/>
          <a:stretch xmlns:a="http://schemas.openxmlformats.org/drawingml/2006/main"/>
        </p:blipFill>
        <p:spPr>
          <a:xfrm xmlns:a="http://schemas.openxmlformats.org/drawingml/2006/main">
            <a:off x="2263842" y="2209800"/>
            <a:ext cx="1739765" cy="357187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18DF5-8A34-4302-A3A6-5758C001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94C5B-A452-4CFA-8CF1-B2958E2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送迎担当を見る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B12AB-6941-4292-A692-910AA3A9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担当者ごとの送迎順を確認します。色のついたカードは対応中または次の送迎です。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3D2A0-E244-4DF9-8E02-B1D5A420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BBF4D-4C69-486A-8DA2-F535A512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502B-8A54-443A-A092-1D47444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メモ・変更を見る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D98CC-9834-47C8-ACB9-20BF0CD1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利用予定や送迎の変更がある日は、当日のメモと変更履歴を確認します。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F815D-46C8-48F2-A584-777553AD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1442A-3236-4E8A-9353-443EACA1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7DA00-5CEC-4B66-9020-EED7DD0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必要な人だけ詳細へ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BFC5C-3EB9-44BE-B36D-37361215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全体表示や各メニューから、必要な情報を開きます。</a:t>
            </a:r>
          </a:p>
        </p:txBody>
      </p:sp>
    </p:spTree>
    <p:extLst>
      <p:ext uri="{BB962C8B-B14F-4D97-AF65-F5344CB8AC3E}">
        <p14:creationId xmlns:p14="http://schemas.microsoft.com/office/powerpoint/2010/main" val="605497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417A1-EF6F-4291-8C66-1B1F98DC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6AE9D-F827-4322-A6C3-A5FACC8D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F9DF1-321F-4027-8D2F-9591334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A94E2-20EF-4B32-902B-BDF06CE4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出欠・送迎を確認して調整する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08222-CC2D-46D7-B34E-B91E3AE0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当日の変更を見つけたら、出欠と送迎を同じ流れで見直します。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5C76C-4E63-4A23-93A4-53770944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f6d4437bb457b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E3BBF-60D8-4CFB-952A-568C6FB8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14E2F-EE08-4876-9DED-35176395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8E98"/>
                </a:solidFill>
              </a:defRPr>
            </a:pPr>
            <a:r>
              <a:rPr sz="1275" b="1">
                <a:solidFill>
                  <a:srgbClr val="008E98"/>
                </a:solidFill>
              </a:rPr>
              <a:t>出欠一覧 または 送迎管理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5663F-781D-486F-B9B7-95BBBBDE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2E08C-0EB1-47BC-A452-88C8985B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対象の日付を開く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D4D13-0B19-498F-9A96-597F9AD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画面上部の日付を確認し、変更したい日を表示します。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772DF-51B6-4FFA-A811-2B7943B1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7305E-66AA-4099-B0DA-B07FA3F5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29BB1-D575-4CB1-8FC7-6BDD7A9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利用者と送迎先を確認する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6A96C-835A-48DB-A983-6DEDC68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出欠、迎えの有無、送迎先、時刻を上から見比べます。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3A268-40D1-43FC-A6D3-0E42D22D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2AD1E-F87B-4399-9F96-CAD28A24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EFE7E-4601-4796-86AE-0838666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変更を反映して見直す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25815-6B94-483C-AA5A-8CB6EDA9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保存後、ホームに戻って送迎担当の表示が合っているか確認します。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80B53-8FBB-40AF-A564-B4A200A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008E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03C29-54C9-4D3E-98A2-3139D4E2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送迎を変更した日は、出欠と送迎先の両方を確認してから完了にします。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185749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0B0F5-D2E7-4951-AE8C-7798570D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16D5F-619B-4582-8B81-3E6E85A6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15820-EFF2-432B-9A9E-90FCA4B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D1E21-C3C3-42E2-89DC-BDE9FBE0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シフトを作成して共有する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555FF-3F5D-4710-B29F-80082336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スタッフの勤務予定を作るときの基本手順です。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559F8-1211-4E1A-BF2B-5B66BD4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0777a43fb432a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80483-8DA5-401A-B748-3F59B329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768A1-6054-4563-B9AF-626EC71C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8E98"/>
                </a:solidFill>
              </a:defRPr>
            </a:pPr>
            <a:r>
              <a:rPr sz="1275" b="1">
                <a:solidFill>
                  <a:srgbClr val="008E98"/>
                </a:solidFill>
              </a:rPr>
              <a:t>シフト作成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DDE0F-2640-4FC7-AA20-8EA9CFA6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227E3-EF72-4DC1-BD35-6677972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作成する期間を選ぶ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442B6-4B24-460F-8D39-DE284DD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対象の月と日付を確認して、入力したい期間を開きます。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31512-5F5E-4C6B-9C79-4326E561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C4710-55D4-4D59-9537-A5D4A8C5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B6030-DAA9-4856-9076-9A984C22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スタッフごとの勤務を入力する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C5370-0764-4938-AA53-A3EB28E2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開始・終了時刻を確認し、送迎担当と無理がないか見ます。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90F08-A677-4733-A731-7AF0844A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E8FB5-9DC7-479C-BDC2-1C2186C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69B9F-ED64-4EBE-9DF3-5DE6200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保存後に一覧で確認する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33DC9-C8CA-47A2-B21A-4512A902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空欄や重複がないかを見て、必要ならスタッフへ共有します。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A6EFA-78EB-458C-995A-F57CBEA1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008E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F2DA2-AAD5-47CB-8784-6BAC6959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確定前に、送迎担当の勤務時間と送迎時刻が重なっていないか確認します。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999873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FEACB-DD7E-496A-BA56-C6027CA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12C8E-EF97-40F6-AA90-5402B2FE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74C5E-85E7-4860-8314-56E22D2B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AE467-648A-432A-BDC4-8DD2BF3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確認したい日を選ぶ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6D405-5780-41D7-A1DC-1A8C101E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日付を切り替えて、確認・入力したい日を表示します。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72BF4-240D-4BAE-8CBB-9DDAB2C9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af3dac68f45a3"/>
          <a:stretch xmlns:a="http://schemas.openxmlformats.org/drawingml/2006/main"/>
        </p:blipFill>
        <p:spPr>
          <a:xfrm xmlns:a="http://schemas.openxmlformats.org/drawingml/2006/main">
            <a:off x="838200" y="3582543"/>
            <a:ext cx="4591050" cy="826389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69948-762D-453B-9E7D-BC0FBE61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C627B-2430-4DF2-8D64-C45749B1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年または月を押す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33E35-2180-42C0-9E5F-D93CAEEC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年・月をそれぞれ押すと、必要な一覧だけを開けます。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E3EAD-2FC1-484E-B7E3-8100DB73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744EA-EC64-4203-8141-FB11F17C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3D704-1832-4DBF-BFD3-2E10B7F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対象を選択する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38BB7-8CC6-4AB7-87CD-07AEBFC4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確認・編集したい年と月を選びます。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1EB83-CACD-42F9-926D-243A0CA6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41A59-B717-4E16-861D-DB04289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056C3-D162-4B10-A2B9-22739110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決定で反映する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BB305-26A4-47C1-8C91-97A89C2B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決定後、画面上の日付が変わったことを確認します。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466207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95611-5C7D-45C6-90DA-A67DA205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3360B-BF32-486C-916B-F5A2FD44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5E5D8-20D3-4984-A08A-EA2BA069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795EE-62F5-4868-8A81-104DAE46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予定変更の履歴を確認する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3E4CE-F8AF-46E9-87D3-9C78555D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利用者からの変更がある日は、履歴を確認して当日の予定へ反映します。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731D7-FC81-4A40-98CA-983F0BD4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762f11cbe4c67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36BB8-6C6D-4B07-ACE1-30ECA771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2C756-10ED-40A2-A2E3-749EDC36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8E98"/>
                </a:solidFill>
              </a:defRPr>
            </a:pPr>
            <a:r>
              <a:rPr sz="1275" b="1">
                <a:solidFill>
                  <a:srgbClr val="008E98"/>
                </a:solidFill>
              </a:rPr>
              <a:t>変更履歴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142A5-1E6E-420F-A419-FDF408F2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B89FC-2018-4BF7-B8F8-C00E2C3F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対象の日付を選ぶ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31A1B-E61D-4716-ADAF-D442E258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確認したい日付へ切り替えます。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9CA10-BB7C-46FE-A534-018ED76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5FDBF-715D-47F9-9FDC-662D1C24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A244B-9A89-4B9E-B72F-B2530AE9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変更内容を確認する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4D080-378E-4A32-A391-6D6C3A07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利用の有無、送迎先、時刻などの変更点を読みます。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AEC5A-40AC-497E-9DF9-212FDF49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56384-6BFD-4B3A-AC8B-C389F34A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EDEAF-557E-41AD-8FA3-D4CE527E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関係する画面を見直す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353C7-6317-495A-80C8-DADDF02F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出欠・送迎・お知らせに反映漏れがないか確認します。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3D9CC-51F8-4C7E-9375-DE120971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008E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30372-8DD4-4D37-908E-87AA3CA2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履歴を見ただけで終わらず、当日の出欠と送迎担当に反映されたか確認します。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636492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73A5B-375D-445C-B1E9-695FD80A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A333-7C70-486A-A335-513B2874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419D1-90B2-449E-A70F-42BA649C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A1856-D282-4778-A8EB-E82356D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クイックメニューから目的の機能を開く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0F509-6D25-489A-9205-55EC79A9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ホームからすぐに開きたい機能は、クイックメニューで選択します。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CDD04-D702-47FA-BA6F-19039ED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e1011517b43dd"/>
          <a:stretch xmlns:a="http://schemas.openxmlformats.org/drawingml/2006/main"/>
        </p:blipFill>
        <p:spPr>
          <a:xfrm xmlns:a="http://schemas.openxmlformats.org/drawingml/2006/main">
            <a:off x="1853242" y="2209800"/>
            <a:ext cx="2560967" cy="357187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5204A-A5F3-4B07-AFDF-0C0C83C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7D535-35A2-44E6-B926-FF7405D3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表示したい機能を選ぶ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96DD2-371B-485D-8ECC-D4687EC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項目を押して選択状態にします。必要に応じて表示内容を見直します。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BF3AC-23E5-4E91-9185-E4313DF5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8C8EA-2468-4CBA-9A0A-03F864AD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F2A65-D9F2-4F81-87F9-04F84EF2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決定する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B9505-C685-4053-B499-4659901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画面下部の決定を押すと、ホームのクイックメニューに反映されます。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E6E4A-BE43-48AF-8F7C-CC54F8A6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0BC15-94ED-4273-8190-023A1ABB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8"/>
                </a:solidFill>
              </a:defRPr>
            </a:pPr>
            <a:r>
              <a:rPr sz="172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86452-56C2-488C-8114-2F55464A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迷ったとき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F8262-F705-4271-90B1-2635E01D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まずは「出欠」「送迎」「メッセージ」を優先して表示しておくと便利です。</a:t>
            </a:r>
          </a:p>
        </p:txBody>
      </p:sp>
    </p:spTree>
    <p:extLst>
      <p:ext uri="{BB962C8B-B14F-4D97-AF65-F5344CB8AC3E}">
        <p14:creationId xmlns:p14="http://schemas.microsoft.com/office/powerpoint/2010/main" val="472263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72361-6BBD-42F2-8CE3-AEF8F8D1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FEC71-F56F-410B-9B08-B85D964C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1867C-40CD-4A3F-94A2-D7FF81F5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D9454-DCFC-44A5-92BF-2204A16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お知らせを届ける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5E625-C14F-4BCD-8DEA-B9D29DF2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当日に共有が必要な内容は、対象者を確認してお知らせします。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1CEDB-1088-482D-B1C4-BF9A3BA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f44a69559418f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BCB32-DA3C-4435-99C1-BF87B6F6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23767-1DF6-4D8D-A0C3-1F3A5029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8E98"/>
                </a:solidFill>
              </a:defRPr>
            </a:pPr>
            <a:r>
              <a:rPr sz="1275" b="1">
                <a:solidFill>
                  <a:srgbClr val="008E98"/>
                </a:solidFill>
              </a:rPr>
              <a:t>お知らせ / メッセージ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23FC7-0087-42D1-9D10-54FE1F7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9D39A-116B-408E-830B-4F94294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届ける相手を選ぶ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8E0F4-4D3C-48D4-AFA4-AD454D9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スタッフ向けか利用者向けかを確認します。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A7BD5-6CCD-4BD0-A8BD-82B99644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F669C-3045-47CF-BFE8-74E15E80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7CAC0-37C2-4048-A1A1-F6150E94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要点を短く入力する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F603B-B864-4847-A9A2-67085A1A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日時、対象、対応してほしいことを先に書きます。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39397-7DE1-4202-BD4F-391956BE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34031-E384-40B5-93EF-069DBA8D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8"/>
                </a:solidFill>
              </a:defRPr>
            </a:pPr>
            <a:r>
              <a:rPr sz="2175" b="1">
                <a:solidFill>
                  <a:srgbClr val="008E9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89567-5F88-4C8D-A5FD-A3D47566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送信後に内容を確認する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0390D-873D-49FF-89A5-1FC89F1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誤字や対象者を確認し、必要ならホームから再確認します。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BE3A2-B332-48A1-8C22-25E0889A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008E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D5AD7-7A65-4FED-96D4-8482AB48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急な送迎変更は、お知らせだけでなく送迎画面の内容も必ず更新します。</a:t>
            </a:r>
          </a:p>
        </p:txBody>
      </p:sp>
    </p:spTree>
    <p:extLst>
      <p:ext uri="{BB962C8B-B14F-4D97-AF65-F5344CB8AC3E}">
        <p14:creationId xmlns:p14="http://schemas.microsoft.com/office/powerpoint/2010/main" val="1534249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25DBF-F4BD-4A0A-9317-98E72F86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8"/>
          </a:solidFill>
          <a:ln xmlns:a="http://schemas.openxmlformats.org/drawingml/2006/main" w="0">
            <a:solidFill>
              <a:srgbClr val="008E9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F5F3C-53D2-4DEE-ADB7-DC9204C2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管理者ガイド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3C8E7-C4FF-4F21-B2BE-671096B1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8E98"/>
                </a:solidFill>
              </a:defRPr>
            </a:pPr>
            <a:r>
              <a:rPr sz="1125" b="1">
                <a:solidFill>
                  <a:srgbClr val="008E9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6D975-BD20-4B1F-8254-483C11F5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管理者の業務完了チェック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6ED14-A990-43CA-B8CE-06ADA01F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完了後にこの4点を確認すると、見落としを減らせます。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60797-8842-43AD-A15E-DFE5E2FA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F173E-6241-4FD7-983E-2E8A6E4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E98"/>
                </a:solidFill>
              </a:defRPr>
            </a:pPr>
            <a:r>
              <a:rPr sz="2550" b="1">
                <a:solidFill>
                  <a:srgbClr val="008E9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89E1D-B603-49AD-A84B-CB73FD4F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変更確認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9D257-7BEF-4EF2-A4E6-C452764F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当日の予定変更を確認した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AE551-BDC7-40B2-B3D3-937D8F6D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5ADA6-1ABB-4E7F-8D01-83FD6E1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E98"/>
                </a:solidFill>
              </a:defRPr>
            </a:pPr>
            <a:r>
              <a:rPr sz="2550" b="1">
                <a:solidFill>
                  <a:srgbClr val="008E9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5DA20-1016-4B57-9B45-8F361B1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送迎確認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65F7A-781B-4B3B-A9ED-859DB512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担当と時刻に矛盾がない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516AA-301A-4191-B851-4ED7A3FF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28F67-3F1E-4BEA-A026-33F3AEC8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E98"/>
                </a:solidFill>
              </a:defRPr>
            </a:pPr>
            <a:r>
              <a:rPr sz="2550" b="1">
                <a:solidFill>
                  <a:srgbClr val="008E9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AA8F1-C16B-4F99-AA28-32D9672D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連絡確認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9ADB5-2C80-4954-AA6F-5125F03A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必要な人に共有できている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61F9A-18EE-4F2F-9BAE-76B0C173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7695C-B328-45E2-80C5-11B5D0D2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E98"/>
                </a:solidFill>
              </a:defRPr>
            </a:pPr>
            <a:r>
              <a:rPr sz="2550" b="1">
                <a:solidFill>
                  <a:srgbClr val="008E9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A410B-8A96-47C8-85B3-9DCC101E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翌日確認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2C5CD-4B37-44A3-8B14-D1186A3F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次回のシフト・予定を確認した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0CDBB-DE84-47FB-811E-E316513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E0D22-1007-4691-BEB0-DFDC435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迷ったら、ホームに戻って「今日の予定」と「お知らせ」をもう一度確認します。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614855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2026-09-03T13:21:21.4720000Z</dcterms:created>
  <dcterms:modified xsi:type="dcterms:W3CDTF">2026-09-03T13:21:21.4720000Z</dcterms:modified>
</coreProperties>
</file>